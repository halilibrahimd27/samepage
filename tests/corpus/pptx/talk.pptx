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Tümce uzunluğuna göre tutarlılık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Terim tutarlılığı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Kısa tümceler</c:v>
                  </c:pt>
                  <c:pt idx="1">
                    <c:v>Uzun tümceler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87.4</c:v>
                </c:pt>
                <c:pt idx="1">
                  <c:v>71.2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Konuşmaya teşekkür ederek başlayın. Sunum yaklaşık on beş dakika sürecektir.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Derlemin nasıl oluşturulduğunu kısaca açıklayın.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Türkçe Akademik Metinlerde Anlam Kayması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Ayşe Yılmaz, Mehmet Demir · Ankara Üniversitesi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Yöntem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Derlem: 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412 makale (2019–2023)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Uzmanlar arası uyum </a:t>
            </a:r>
            <a:pPr indent="0" marL="0">
              <a:buNone/>
            </a:pPr>
            <a:r>
              <a:rPr lang="en-US" sz="2000" i="1" dirty="0">
                <a:solidFill>
                  <a:srgbClr val="000000"/>
                </a:solidFill>
              </a:rPr>
              <a:t>κ = 0,81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Bulgular istatistiksel olarak anlamlıdır (p &lt; 0,01).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Sonuçlar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Tümce uzunluğu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Terim tutarlılığı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Kısa (≤ 20 sözcük)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%87,4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Uzun (&gt; 40 sözcük)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%71,2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Tutarlılık ve uzunluk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Sonuç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Uzun tümcelerde terim tutarlılığı belirgin biçimde azalmaktadır; çeviri sonrası gözden geçirme önerilir.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samepage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Akademik metinlerde anlam kayması</dc:title>
  <dc:subject>PptxGenJS Presentation</dc:subject>
  <dc:creator>samepage fixtures</dc:creator>
  <cp:lastModifiedBy>samepage fixtures</cp:lastModifiedBy>
  <cp:revision>1</cp:revision>
  <dcterms:created xsi:type="dcterms:W3CDTF">2026-10-27T12:59:53Z</dcterms:created>
  <dcterms:modified xsi:type="dcterms:W3CDTF">2026-10-27T12:59:53Z</dcterms:modified>
</cp:coreProperties>
</file>